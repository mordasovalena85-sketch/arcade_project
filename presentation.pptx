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5E24A-1DDD-8930-2894-9D5BAC8050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7BB59E-7F05-D991-8631-7276F4FA1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0B93F3-C569-E486-C972-BE8D63341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345005-DC5A-A282-779C-59188F6C0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A9D1C-BBA9-AB4E-6372-1A1F3EE2E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147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96FA5-D78A-01D6-A4B8-16B7EC35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5C7E1F-34C0-F1B7-E62B-85653DEFC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5A0AF5F-4A5B-A6F3-60B7-3E7AE138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484092-0F0A-3054-9C55-748A4F98C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7E96C3-0CAB-5628-D05D-B4A9A5EFC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394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3D38E7-8F4A-7953-C0C4-573450F45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10F415-6EDA-EAED-6A7D-7F3F6E29E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599A81-B298-48D3-0B53-0378A1870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BA3EFE-8DE4-2528-DA8B-E7010D15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AF4A74-E0C8-8E6D-DF64-84C28D5F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6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48774-152C-6F2E-5BCC-458E5C381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6A0CF9-8A4B-849F-3F6C-60F5D1AD1D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D49C0E-56AF-1C11-DCBE-A77277579A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F0837E6-808B-FD16-94FE-25FDE930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A5EF4A5-8CE0-A2EA-06B0-88D550D6B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E92BBA-B429-7FD2-9A6D-5AF3F0413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799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3FEF3B-E029-AD07-FBC4-035038177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C8BDFD-AD6D-9513-8D5C-AD5D95C4D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915702F-1CD0-7F3D-9EC0-8C4B05D3D4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1F30535-AC97-34E5-C5F9-DBA4351CC7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32F4C7D-9BDA-3D71-5D2C-09D7024796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4D5FD28-67B4-4C1D-6C56-5095F89D6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136C0E4-0E28-20EF-3D95-B6005B6A7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7BE4549-381A-0DC0-A1F6-FD0E6BC0C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240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ECAE31-EE63-50D9-495A-99268A039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C7E9FDF-63A5-0AA0-C503-0D063A224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3232E41-3122-DF64-C436-29159FBD8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E2CB20E-180E-606F-FD42-85EE2C24B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787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3825237-F421-09A4-FA5F-E77E6CA3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D0B3486-4C9D-C4F0-BB4D-495F0ED8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24133F-3B68-DFFA-F41B-D9DD60A8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075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6DF27-0EF0-2B4A-EEFC-3295DB314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8A65D6-2F8E-AA2C-0612-77815E81A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1A269C-9AE4-01C6-83B9-892F6A29C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A53749-1604-FF23-6E1E-8DA10FB05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EC29876-DD24-4A6C-1724-EAA515E06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A1368B8-BC8B-DEDE-286F-56DC2646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762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D34894-FBD3-A444-4C37-3417B3FA0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722A555-DB8B-70ED-7540-60C12E269B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35A9044-72F7-3D76-049E-F6F4185A7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6DB791-24BD-457A-6D0A-AA4DE1680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9F4F6B6-7DE4-EABC-0248-2EEFFAC32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7FB4D9-5DFE-938E-DB58-28A2FF97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0018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B8856-907F-CE2E-7B29-185F369A1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AD5954E-8281-9E63-E4B7-B63ADCFE66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4FD48C-8396-4F25-6FBA-28E098BA1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FAE332-6610-F508-14A5-DB4A40F5A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F815E-C8C9-0336-2740-61158A7D2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42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9C57E18-CFC3-DA42-4F07-C3944F9C87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94DAF23-A183-2D50-2D67-10B1FFBF2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2E1980-97ED-32E9-63DA-079310068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069DA07-C501-F894-49D9-8CBE9C282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CC9CCD-2F63-EE01-AA39-07988C09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9926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FB8667-B717-2484-4DAE-AFDB82DAA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8ED407-42FF-5FDB-1CB0-16D31C55F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C93C6D-22FB-9BBE-0094-6C311A4776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2D796-BD02-416E-B2A5-4E48EA1D3F80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155F3E-BF72-54AA-E9BA-766474664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59276D-7A06-6688-8FE2-C63A37E932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D5BF4-9CEF-4825-A512-F70E5D3D1D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109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10E8B2-9A89-F1C4-6CB6-1C4FE026E5C6}"/>
              </a:ext>
            </a:extLst>
          </p:cNvPr>
          <p:cNvSpPr txBox="1"/>
          <p:nvPr/>
        </p:nvSpPr>
        <p:spPr>
          <a:xfrm>
            <a:off x="3645878" y="1582615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Черновик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2578193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1847-F65F-C8E2-54E1-35C42B2B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6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AF6EF-E79A-E225-6F4D-D698A56C8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819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0D22F-ACF3-955A-A07D-34A13AD83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234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D6B0-FEA0-9632-A188-21BD0136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83A083-8EA9-3DBF-9734-F8824A2174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8963" y="422030"/>
            <a:ext cx="4171142" cy="41499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3DF181-95A7-60C0-31C2-05E8CB36FC01}"/>
              </a:ext>
            </a:extLst>
          </p:cNvPr>
          <p:cNvSpPr txBox="1"/>
          <p:nvPr/>
        </p:nvSpPr>
        <p:spPr>
          <a:xfrm>
            <a:off x="3352800" y="5005754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510960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</Words>
  <Application>Microsoft Office PowerPoint</Application>
  <PresentationFormat>Широкоэкранный</PresentationFormat>
  <Paragraphs>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Lena</dc:creator>
  <cp:lastModifiedBy>Lena</cp:lastModifiedBy>
  <cp:revision>1</cp:revision>
  <dcterms:created xsi:type="dcterms:W3CDTF">2026-01-28T20:44:58Z</dcterms:created>
  <dcterms:modified xsi:type="dcterms:W3CDTF">2026-01-28T20:50:34Z</dcterms:modified>
</cp:coreProperties>
</file>